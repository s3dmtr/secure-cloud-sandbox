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30267275" cy="42794238"/>
  <p:notesSz cx="6858000" cy="9144000"/>
  <p:defaultTextStyle>
    <a:defPPr>
      <a:defRPr lang="en-US"/>
    </a:defPPr>
    <a:lvl1pPr algn="l" defTabSz="2474913" rtl="0" eaLnBrk="0" fontAlgn="base" hangingPunct="0">
      <a:spcBef>
        <a:spcPct val="0"/>
      </a:spcBef>
      <a:spcAft>
        <a:spcPct val="0"/>
      </a:spcAft>
      <a:defRPr sz="49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1236663" indent="-590550" algn="l" defTabSz="2474913" rtl="0" eaLnBrk="0" fontAlgn="base" hangingPunct="0">
      <a:spcBef>
        <a:spcPct val="0"/>
      </a:spcBef>
      <a:spcAft>
        <a:spcPct val="0"/>
      </a:spcAft>
      <a:defRPr sz="49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2474913" indent="-1182688" algn="l" defTabSz="2474913" rtl="0" eaLnBrk="0" fontAlgn="base" hangingPunct="0">
      <a:spcBef>
        <a:spcPct val="0"/>
      </a:spcBef>
      <a:spcAft>
        <a:spcPct val="0"/>
      </a:spcAft>
      <a:defRPr sz="49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3713163" indent="-1774825" algn="l" defTabSz="2474913" rtl="0" eaLnBrk="0" fontAlgn="base" hangingPunct="0">
      <a:spcBef>
        <a:spcPct val="0"/>
      </a:spcBef>
      <a:spcAft>
        <a:spcPct val="0"/>
      </a:spcAft>
      <a:defRPr sz="49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4951413" indent="-2366963" algn="l" defTabSz="2474913" rtl="0" eaLnBrk="0" fontAlgn="base" hangingPunct="0">
      <a:spcBef>
        <a:spcPct val="0"/>
      </a:spcBef>
      <a:spcAft>
        <a:spcPct val="0"/>
      </a:spcAft>
      <a:defRPr sz="49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r" defTabSz="914400" rtl="1" eaLnBrk="1" latinLnBrk="0" hangingPunct="1">
      <a:defRPr sz="49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r" defTabSz="914400" rtl="1" eaLnBrk="1" latinLnBrk="0" hangingPunct="1">
      <a:defRPr sz="49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r" defTabSz="914400" rtl="1" eaLnBrk="1" latinLnBrk="0" hangingPunct="1">
      <a:defRPr sz="49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r" defTabSz="914400" rtl="1" eaLnBrk="1" latinLnBrk="0" hangingPunct="1">
      <a:defRPr sz="49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052">
          <p15:clr>
            <a:srgbClr val="A4A3A4"/>
          </p15:clr>
        </p15:guide>
        <p15:guide id="2" orient="horz" pos="13479">
          <p15:clr>
            <a:srgbClr val="A4A3A4"/>
          </p15:clr>
        </p15:guide>
        <p15:guide id="3" pos="13471">
          <p15:clr>
            <a:srgbClr val="A4A3A4"/>
          </p15:clr>
        </p15:guide>
        <p15:guide id="4" pos="95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9ADC"/>
    <a:srgbClr val="5096D4"/>
    <a:srgbClr val="F254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63" autoAdjust="0"/>
    <p:restoredTop sz="93557" autoAdjust="0"/>
  </p:normalViewPr>
  <p:slideViewPr>
    <p:cSldViewPr snapToGrid="0">
      <p:cViewPr varScale="1">
        <p:scale>
          <a:sx n="11" d="100"/>
          <a:sy n="11" d="100"/>
        </p:scale>
        <p:origin x="2200" y="192"/>
      </p:cViewPr>
      <p:guideLst>
        <p:guide orient="horz" pos="19052"/>
        <p:guide orient="horz" pos="13479"/>
        <p:guide pos="13471"/>
        <p:guide pos="95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740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E4729B-A57D-C896-94DF-7C9519190A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endParaRPr lang="ar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1DF0EE-7023-D377-AB9C-946471367A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fld id="{1AEF3ED8-226A-4684-AB10-DA171A1FC454}" type="datetimeFigureOut">
              <a:rPr lang="ar-SA"/>
              <a:pPr>
                <a:defRPr/>
              </a:pPr>
              <a:t>11/21/1447</a:t>
            </a:fld>
            <a:endParaRPr lang="ar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58E09E-D6B5-A9AF-6CF0-61A39A61B6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 lang="ar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7BE77-46FD-EFDA-2B62-BAFB58C057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fld id="{ABEAF389-C74C-4854-8BA5-70BE6B8F2135}" type="slidenum">
              <a:rPr lang="ar-SA"/>
              <a:pPr>
                <a:defRPr/>
              </a:pPr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41D2CB-BEE8-4D95-D810-95A77C80C1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endParaRPr lang="ar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C6B2CE-EF19-7359-8ABF-CFF97819C7C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fld id="{A7CB04B4-1842-474E-B2D6-C048EA700B18}" type="datetimeFigureOut">
              <a:rPr lang="ar-SA"/>
              <a:pPr>
                <a:defRPr/>
              </a:pPr>
              <a:t>11/20/1447</a:t>
            </a:fld>
            <a:endParaRPr lang="ar-SA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6A06A02-864A-6569-8F18-7A4BDFE43C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ar-SA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745C69E-718C-081F-465A-7F8E4B21F2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ar-SA" noProof="0"/>
              <a:t>Click to edit Master text styles</a:t>
            </a:r>
          </a:p>
          <a:p>
            <a:pPr lvl="1"/>
            <a:r>
              <a:rPr lang="en-GB" altLang="ar-SA" noProof="0"/>
              <a:t>Second level</a:t>
            </a:r>
          </a:p>
          <a:p>
            <a:pPr lvl="2"/>
            <a:r>
              <a:rPr lang="en-GB" altLang="ar-SA" noProof="0"/>
              <a:t>Third level</a:t>
            </a:r>
          </a:p>
          <a:p>
            <a:pPr lvl="3"/>
            <a:r>
              <a:rPr lang="en-GB" altLang="ar-SA" noProof="0"/>
              <a:t>Fourth level</a:t>
            </a:r>
          </a:p>
          <a:p>
            <a:pPr lvl="4"/>
            <a:r>
              <a:rPr lang="en-GB" altLang="ar-SA" noProof="0"/>
              <a:t>Fifth level</a:t>
            </a:r>
            <a:endParaRPr lang="en-US" altLang="ar-SA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B565F-7145-CDCF-9429-343A4B42FEE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FA46B-4675-74EB-98AE-A267259E8F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fld id="{0597766C-AC0E-4F3A-BE34-983A98DAD69F}" type="slidenum">
              <a:rPr lang="ar-SA"/>
              <a:pPr>
                <a:defRPr/>
              </a:pPr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65EEB-FAF9-34BA-C2C4-0BCC10519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9A9AA2FE-CE16-2F3D-DB8C-D2BE25371E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5959E065-2C04-BA1F-2A8D-417DA860A9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ar-SA" altLang="ar-SA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D070F1E1-A7E6-4A0B-69F9-9F5610D7B5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68DA749-7388-40E8-9A0A-392B5BC135FA}" type="slidenum">
              <a:rPr lang="ar-SA" altLang="ar-SA" smtClean="0"/>
              <a:pPr/>
              <a:t>1</a:t>
            </a:fld>
            <a:endParaRPr lang="ar-SA" altLang="ar-SA"/>
          </a:p>
        </p:txBody>
      </p:sp>
    </p:spTree>
    <p:extLst>
      <p:ext uri="{BB962C8B-B14F-4D97-AF65-F5344CB8AC3E}">
        <p14:creationId xmlns:p14="http://schemas.microsoft.com/office/powerpoint/2010/main" val="1178261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8" y="7003603"/>
            <a:ext cx="25727184" cy="14898734"/>
          </a:xfrm>
        </p:spPr>
        <p:txBody>
          <a:bodyPr anchor="b"/>
          <a:lstStyle>
            <a:lvl1pPr algn="ctr">
              <a:defRPr sz="139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1" y="22476890"/>
            <a:ext cx="22700457" cy="10332031"/>
          </a:xfrm>
        </p:spPr>
        <p:txBody>
          <a:bodyPr/>
          <a:lstStyle>
            <a:lvl1pPr marL="0" indent="0" algn="ctr">
              <a:buNone/>
              <a:defRPr sz="5651"/>
            </a:lvl1pPr>
            <a:lvl2pPr marL="1067782" indent="0" algn="ctr">
              <a:buNone/>
              <a:defRPr sz="4662"/>
            </a:lvl2pPr>
            <a:lvl3pPr marL="2135562" indent="0" algn="ctr">
              <a:buNone/>
              <a:defRPr sz="4238"/>
            </a:lvl3pPr>
            <a:lvl4pPr marL="3203345" indent="0" algn="ctr">
              <a:buNone/>
              <a:defRPr sz="3673"/>
            </a:lvl4pPr>
            <a:lvl5pPr marL="4271125" indent="0" algn="ctr">
              <a:buNone/>
              <a:defRPr sz="3673"/>
            </a:lvl5pPr>
            <a:lvl6pPr marL="5338906" indent="0" algn="ctr">
              <a:buNone/>
              <a:defRPr sz="3673"/>
            </a:lvl6pPr>
            <a:lvl7pPr marL="6406686" indent="0" algn="ctr">
              <a:buNone/>
              <a:defRPr sz="3673"/>
            </a:lvl7pPr>
            <a:lvl8pPr marL="7474468" indent="0" algn="ctr">
              <a:buNone/>
              <a:defRPr sz="3673"/>
            </a:lvl8pPr>
            <a:lvl9pPr marL="8542249" indent="0" algn="ctr">
              <a:buNone/>
              <a:defRPr sz="36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9E04A-FE6E-55F7-E5FB-9D056659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4943B-61A7-41BC-B391-6DE06AB00475}" type="datetimeFigureOut">
              <a:rPr lang="en-US"/>
              <a:pPr>
                <a:defRPr/>
              </a:pPr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C4E6B-B411-643A-69B3-061222F6E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CD31D-E53B-F81C-F31E-EC13607B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8C416-B01D-4CF7-88D3-FD19037197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7174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DE7F4-C9BB-D95B-278A-9A26A7FA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A811C-F50F-41A7-BD46-FD43E2F329E6}" type="datetimeFigureOut">
              <a:rPr lang="en-US"/>
              <a:pPr>
                <a:defRPr/>
              </a:pPr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8CD54-8D2F-789D-F243-451DF45B0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65631-50F4-719A-625C-CF13CD74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749160-D321-474B-B1CB-817A7B26F3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038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3" y="10668858"/>
            <a:ext cx="26105525" cy="17801211"/>
          </a:xfrm>
        </p:spPr>
        <p:txBody>
          <a:bodyPr anchor="b"/>
          <a:lstStyle>
            <a:lvl1pPr>
              <a:defRPr sz="139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3" y="28638478"/>
            <a:ext cx="26105525" cy="9361237"/>
          </a:xfrm>
        </p:spPr>
        <p:txBody>
          <a:bodyPr/>
          <a:lstStyle>
            <a:lvl1pPr marL="0" indent="0">
              <a:buNone/>
              <a:defRPr sz="5651">
                <a:solidFill>
                  <a:schemeClr val="tx1"/>
                </a:solidFill>
              </a:defRPr>
            </a:lvl1pPr>
            <a:lvl2pPr marL="1067782" indent="0">
              <a:buNone/>
              <a:defRPr sz="4662">
                <a:solidFill>
                  <a:schemeClr val="tx1">
                    <a:tint val="75000"/>
                  </a:schemeClr>
                </a:solidFill>
              </a:defRPr>
            </a:lvl2pPr>
            <a:lvl3pPr marL="2135562" indent="0">
              <a:buNone/>
              <a:defRPr sz="4238">
                <a:solidFill>
                  <a:schemeClr val="tx1">
                    <a:tint val="75000"/>
                  </a:schemeClr>
                </a:solidFill>
              </a:defRPr>
            </a:lvl3pPr>
            <a:lvl4pPr marL="3203345" indent="0">
              <a:buNone/>
              <a:defRPr sz="3673">
                <a:solidFill>
                  <a:schemeClr val="tx1">
                    <a:tint val="75000"/>
                  </a:schemeClr>
                </a:solidFill>
              </a:defRPr>
            </a:lvl4pPr>
            <a:lvl5pPr marL="4271125" indent="0">
              <a:buNone/>
              <a:defRPr sz="3673">
                <a:solidFill>
                  <a:schemeClr val="tx1">
                    <a:tint val="75000"/>
                  </a:schemeClr>
                </a:solidFill>
              </a:defRPr>
            </a:lvl5pPr>
            <a:lvl6pPr marL="5338906" indent="0">
              <a:buNone/>
              <a:defRPr sz="3673">
                <a:solidFill>
                  <a:schemeClr val="tx1">
                    <a:tint val="75000"/>
                  </a:schemeClr>
                </a:solidFill>
              </a:defRPr>
            </a:lvl6pPr>
            <a:lvl7pPr marL="6406686" indent="0">
              <a:buNone/>
              <a:defRPr sz="3673">
                <a:solidFill>
                  <a:schemeClr val="tx1">
                    <a:tint val="75000"/>
                  </a:schemeClr>
                </a:solidFill>
              </a:defRPr>
            </a:lvl7pPr>
            <a:lvl8pPr marL="7474468" indent="0">
              <a:buNone/>
              <a:defRPr sz="3673">
                <a:solidFill>
                  <a:schemeClr val="tx1">
                    <a:tint val="75000"/>
                  </a:schemeClr>
                </a:solidFill>
              </a:defRPr>
            </a:lvl8pPr>
            <a:lvl9pPr marL="8542249" indent="0">
              <a:buNone/>
              <a:defRPr sz="36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05B24-DF85-1768-E13C-296D3CD23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73890E-870A-4F74-9A47-8B14E87D31E7}" type="datetimeFigureOut">
              <a:rPr lang="en-US"/>
              <a:pPr>
                <a:defRPr/>
              </a:pPr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F0483-3436-812A-5626-ADEC4AC78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D56FE-A785-8ADD-7F0F-DEAE6136A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4FC6E2-2B5C-4170-9108-CCD82CDAA2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6285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75" y="11391988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09" y="11391988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EBBA41B-DE77-BBF8-8724-2C5526460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034BAD-48DC-4E01-87BE-5F39208A5DF9}" type="datetimeFigureOut">
              <a:rPr lang="en-US"/>
              <a:pPr>
                <a:defRPr/>
              </a:pPr>
              <a:t>5/6/2026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81922A-C2B8-0808-52F2-6030E66DE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BBB4E95-8E25-D316-5CF9-B37E7DC6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06B8A8-358F-4A0B-95B3-9BED6C87C9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2055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278408"/>
            <a:ext cx="26105525" cy="82715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1" y="10490535"/>
            <a:ext cx="12804474" cy="5141249"/>
          </a:xfrm>
        </p:spPr>
        <p:txBody>
          <a:bodyPr anchor="b"/>
          <a:lstStyle>
            <a:lvl1pPr marL="0" indent="0">
              <a:buNone/>
              <a:defRPr sz="5651" b="1"/>
            </a:lvl1pPr>
            <a:lvl2pPr marL="1067782" indent="0">
              <a:buNone/>
              <a:defRPr sz="4662" b="1"/>
            </a:lvl2pPr>
            <a:lvl3pPr marL="2135562" indent="0">
              <a:buNone/>
              <a:defRPr sz="4238" b="1"/>
            </a:lvl3pPr>
            <a:lvl4pPr marL="3203345" indent="0">
              <a:buNone/>
              <a:defRPr sz="3673" b="1"/>
            </a:lvl4pPr>
            <a:lvl5pPr marL="4271125" indent="0">
              <a:buNone/>
              <a:defRPr sz="3673" b="1"/>
            </a:lvl5pPr>
            <a:lvl6pPr marL="5338906" indent="0">
              <a:buNone/>
              <a:defRPr sz="3673" b="1"/>
            </a:lvl6pPr>
            <a:lvl7pPr marL="6406686" indent="0">
              <a:buNone/>
              <a:defRPr sz="3673" b="1"/>
            </a:lvl7pPr>
            <a:lvl8pPr marL="7474468" indent="0">
              <a:buNone/>
              <a:defRPr sz="3673" b="1"/>
            </a:lvl8pPr>
            <a:lvl9pPr marL="8542249" indent="0">
              <a:buNone/>
              <a:defRPr sz="36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1" y="15631791"/>
            <a:ext cx="12804474" cy="2299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3" y="10490535"/>
            <a:ext cx="12867535" cy="5141249"/>
          </a:xfrm>
        </p:spPr>
        <p:txBody>
          <a:bodyPr anchor="b"/>
          <a:lstStyle>
            <a:lvl1pPr marL="0" indent="0">
              <a:buNone/>
              <a:defRPr sz="5651" b="1"/>
            </a:lvl1pPr>
            <a:lvl2pPr marL="1067782" indent="0">
              <a:buNone/>
              <a:defRPr sz="4662" b="1"/>
            </a:lvl2pPr>
            <a:lvl3pPr marL="2135562" indent="0">
              <a:buNone/>
              <a:defRPr sz="4238" b="1"/>
            </a:lvl3pPr>
            <a:lvl4pPr marL="3203345" indent="0">
              <a:buNone/>
              <a:defRPr sz="3673" b="1"/>
            </a:lvl4pPr>
            <a:lvl5pPr marL="4271125" indent="0">
              <a:buNone/>
              <a:defRPr sz="3673" b="1"/>
            </a:lvl5pPr>
            <a:lvl6pPr marL="5338906" indent="0">
              <a:buNone/>
              <a:defRPr sz="3673" b="1"/>
            </a:lvl6pPr>
            <a:lvl7pPr marL="6406686" indent="0">
              <a:buNone/>
              <a:defRPr sz="3673" b="1"/>
            </a:lvl7pPr>
            <a:lvl8pPr marL="7474468" indent="0">
              <a:buNone/>
              <a:defRPr sz="3673" b="1"/>
            </a:lvl8pPr>
            <a:lvl9pPr marL="8542249" indent="0">
              <a:buNone/>
              <a:defRPr sz="36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3" y="15631791"/>
            <a:ext cx="12867535" cy="2299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25672A0-F1CD-4529-0988-76EA38E8C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0A89F-3571-44A7-A9F2-D17C365E549C}" type="datetimeFigureOut">
              <a:rPr lang="en-US"/>
              <a:pPr>
                <a:defRPr/>
              </a:pPr>
              <a:t>5/6/2026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2DF7588-2F8C-34CD-A4DD-76CBAA1CA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2C2383F-EC94-D3A8-54AB-7B8F205F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9D713-013B-4328-A931-41AD3A45FC8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5599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B7DC455-4AE0-AEBF-5775-2F3901CD3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E35A3E-FA3E-476B-AE4E-E9C6187AA955}" type="datetimeFigureOut">
              <a:rPr lang="en-US"/>
              <a:pPr>
                <a:defRPr/>
              </a:pPr>
              <a:t>5/6/2026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B263B5D-6062-DBFC-A106-025BB1704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B42738B-B557-4AD8-EC58-06979354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BF3571-86D2-42B7-8DBB-E206ABDD5B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4743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552CE43-36FA-098D-6966-E5303D914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10A760-F1FA-43BC-BF61-6C8D6C473AF1}" type="datetimeFigureOut">
              <a:rPr lang="en-US"/>
              <a:pPr>
                <a:defRPr/>
              </a:pPr>
              <a:t>5/6/2026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B5BC9A7-7EFA-53D0-0A30-CB4A54F97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7279C9F-378A-B23C-9C37-226C0F7B0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CAD9E7-35BC-4D0E-9238-F3DB6D328A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482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54"/>
            <a:ext cx="9761984" cy="9985321"/>
          </a:xfrm>
        </p:spPr>
        <p:txBody>
          <a:bodyPr anchor="b"/>
          <a:lstStyle>
            <a:lvl1pPr>
              <a:defRPr sz="74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5" y="6161588"/>
            <a:ext cx="15322808" cy="30411646"/>
          </a:xfrm>
        </p:spPr>
        <p:txBody>
          <a:bodyPr/>
          <a:lstStyle>
            <a:lvl1pPr>
              <a:defRPr sz="7488"/>
            </a:lvl1pPr>
            <a:lvl2pPr>
              <a:defRPr sz="6499"/>
            </a:lvl2pPr>
            <a:lvl3pPr>
              <a:defRPr sz="5651"/>
            </a:lvl3pPr>
            <a:lvl4pPr>
              <a:defRPr sz="4662"/>
            </a:lvl4pPr>
            <a:lvl5pPr>
              <a:defRPr sz="4662"/>
            </a:lvl5pPr>
            <a:lvl6pPr>
              <a:defRPr sz="4662"/>
            </a:lvl6pPr>
            <a:lvl7pPr>
              <a:defRPr sz="4662"/>
            </a:lvl7pPr>
            <a:lvl8pPr>
              <a:defRPr sz="4662"/>
            </a:lvl8pPr>
            <a:lvl9pPr>
              <a:defRPr sz="466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4"/>
            <a:ext cx="9761984" cy="23784486"/>
          </a:xfrm>
        </p:spPr>
        <p:txBody>
          <a:bodyPr/>
          <a:lstStyle>
            <a:lvl1pPr marL="0" indent="0">
              <a:buNone/>
              <a:defRPr sz="3673"/>
            </a:lvl1pPr>
            <a:lvl2pPr marL="1067782" indent="0">
              <a:buNone/>
              <a:defRPr sz="3249"/>
            </a:lvl2pPr>
            <a:lvl3pPr marL="2135562" indent="0">
              <a:buNone/>
              <a:defRPr sz="2826"/>
            </a:lvl3pPr>
            <a:lvl4pPr marL="3203345" indent="0">
              <a:buNone/>
              <a:defRPr sz="2402"/>
            </a:lvl4pPr>
            <a:lvl5pPr marL="4271125" indent="0">
              <a:buNone/>
              <a:defRPr sz="2402"/>
            </a:lvl5pPr>
            <a:lvl6pPr marL="5338906" indent="0">
              <a:buNone/>
              <a:defRPr sz="2402"/>
            </a:lvl6pPr>
            <a:lvl7pPr marL="6406686" indent="0">
              <a:buNone/>
              <a:defRPr sz="2402"/>
            </a:lvl7pPr>
            <a:lvl8pPr marL="7474468" indent="0">
              <a:buNone/>
              <a:defRPr sz="2402"/>
            </a:lvl8pPr>
            <a:lvl9pPr marL="8542249" indent="0">
              <a:buNone/>
              <a:defRPr sz="24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4BAC637-A44E-DA1C-C211-A710C0C3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B9AD2-DA43-4834-9332-98023EBE914F}" type="datetimeFigureOut">
              <a:rPr lang="en-US"/>
              <a:pPr>
                <a:defRPr/>
              </a:pPr>
              <a:t>5/6/2026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E291326-E316-4EF7-6FCC-BFB501024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3E87013-4800-67D1-F26D-C4BB64A7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23A28-EBBA-403C-AEF3-A86380E467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574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54"/>
            <a:ext cx="9761984" cy="9985321"/>
          </a:xfrm>
        </p:spPr>
        <p:txBody>
          <a:bodyPr anchor="b"/>
          <a:lstStyle>
            <a:lvl1pPr>
              <a:defRPr sz="74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5" y="6161588"/>
            <a:ext cx="15322808" cy="30411646"/>
          </a:xfrm>
        </p:spPr>
        <p:txBody>
          <a:bodyPr rtlCol="0">
            <a:normAutofit/>
          </a:bodyPr>
          <a:lstStyle>
            <a:lvl1pPr marL="0" indent="0">
              <a:buNone/>
              <a:defRPr sz="7488"/>
            </a:lvl1pPr>
            <a:lvl2pPr marL="1067782" indent="0">
              <a:buNone/>
              <a:defRPr sz="6499"/>
            </a:lvl2pPr>
            <a:lvl3pPr marL="2135562" indent="0">
              <a:buNone/>
              <a:defRPr sz="5651"/>
            </a:lvl3pPr>
            <a:lvl4pPr marL="3203345" indent="0">
              <a:buNone/>
              <a:defRPr sz="4662"/>
            </a:lvl4pPr>
            <a:lvl5pPr marL="4271125" indent="0">
              <a:buNone/>
              <a:defRPr sz="4662"/>
            </a:lvl5pPr>
            <a:lvl6pPr marL="5338906" indent="0">
              <a:buNone/>
              <a:defRPr sz="4662"/>
            </a:lvl6pPr>
            <a:lvl7pPr marL="6406686" indent="0">
              <a:buNone/>
              <a:defRPr sz="4662"/>
            </a:lvl7pPr>
            <a:lvl8pPr marL="7474468" indent="0">
              <a:buNone/>
              <a:defRPr sz="4662"/>
            </a:lvl8pPr>
            <a:lvl9pPr marL="8542249" indent="0">
              <a:buNone/>
              <a:defRPr sz="4662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4"/>
            <a:ext cx="9761984" cy="23784486"/>
          </a:xfrm>
        </p:spPr>
        <p:txBody>
          <a:bodyPr/>
          <a:lstStyle>
            <a:lvl1pPr marL="0" indent="0">
              <a:buNone/>
              <a:defRPr sz="3673"/>
            </a:lvl1pPr>
            <a:lvl2pPr marL="1067782" indent="0">
              <a:buNone/>
              <a:defRPr sz="3249"/>
            </a:lvl2pPr>
            <a:lvl3pPr marL="2135562" indent="0">
              <a:buNone/>
              <a:defRPr sz="2826"/>
            </a:lvl3pPr>
            <a:lvl4pPr marL="3203345" indent="0">
              <a:buNone/>
              <a:defRPr sz="2402"/>
            </a:lvl4pPr>
            <a:lvl5pPr marL="4271125" indent="0">
              <a:buNone/>
              <a:defRPr sz="2402"/>
            </a:lvl5pPr>
            <a:lvl6pPr marL="5338906" indent="0">
              <a:buNone/>
              <a:defRPr sz="2402"/>
            </a:lvl6pPr>
            <a:lvl7pPr marL="6406686" indent="0">
              <a:buNone/>
              <a:defRPr sz="2402"/>
            </a:lvl7pPr>
            <a:lvl8pPr marL="7474468" indent="0">
              <a:buNone/>
              <a:defRPr sz="2402"/>
            </a:lvl8pPr>
            <a:lvl9pPr marL="8542249" indent="0">
              <a:buNone/>
              <a:defRPr sz="24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3A7B63D-B36F-B2AF-3373-80D3CFE5A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26609B-2C80-4DA3-96AC-36079BB3F6CF}" type="datetimeFigureOut">
              <a:rPr lang="en-US"/>
              <a:pPr>
                <a:defRPr/>
              </a:pPr>
              <a:t>5/6/2026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31F0B00-F4DB-51FD-0D28-726DE6E28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D85CDF3-3041-78D1-4F8C-602738211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4A373C-08B7-4997-9220-6E0F613178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1480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C54DD-1096-A77C-40CA-36C8AB19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949B1-3C4F-4822-8734-6FCC5317874C}" type="datetimeFigureOut">
              <a:rPr lang="en-US"/>
              <a:pPr>
                <a:defRPr/>
              </a:pPr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24409-4844-A724-44BC-D66B2AF59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1E422-2E3A-705E-51E3-B53D1D2DA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431C16-F12F-410A-A8B1-945A8C2E46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470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4" y="2278400"/>
            <a:ext cx="6526381" cy="362661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8" y="2278400"/>
            <a:ext cx="19200802" cy="362661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30DF4-9140-1049-4194-8FC87F41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B815BD-F0C3-4A3A-899A-FED94FEF43C3}" type="datetimeFigureOut">
              <a:rPr lang="en-US"/>
              <a:pPr>
                <a:defRPr/>
              </a:pPr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2A19E-06A9-ED53-76A3-0B4FD35D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5CF0F-201A-F7D4-6006-0FBA9026A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1DACC-01B5-4250-83F0-3D835B2EB1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0757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6604E7C-D81B-8F38-2F53-9FBC2EA75EC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081213" y="2279650"/>
            <a:ext cx="26104850" cy="826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4639" tIns="32319" rIns="64639" bIns="323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580B120-252C-736C-4247-FECB5C3CDB6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081213" y="11393488"/>
            <a:ext cx="26104850" cy="2715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4639" tIns="32319" rIns="64639" bIns="323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4FD40-A2C4-7DE5-E0B3-F7D37D0CC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81213" y="39663688"/>
            <a:ext cx="6808787" cy="2278062"/>
          </a:xfrm>
          <a:prstGeom prst="rect">
            <a:avLst/>
          </a:prstGeom>
        </p:spPr>
        <p:txBody>
          <a:bodyPr vert="horz" lIns="64639" tIns="32319" rIns="64639" bIns="32319" rtlCol="0" anchor="ctr"/>
          <a:lstStyle>
            <a:lvl1pPr algn="l" defTabSz="2476376" eaLnBrk="1" fontAlgn="auto" hangingPunct="1">
              <a:spcBef>
                <a:spcPts val="0"/>
              </a:spcBef>
              <a:spcAft>
                <a:spcPts val="0"/>
              </a:spcAft>
              <a:defRPr sz="2826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4119D53-1BB2-4117-A86E-7928EF361D0F}" type="datetimeFigureOut">
              <a:rPr lang="en-US"/>
              <a:pPr>
                <a:defRPr/>
              </a:pPr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CE327-9C12-B4F9-C1F0-ADFE1CB624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25063" y="39663688"/>
            <a:ext cx="10217150" cy="2278062"/>
          </a:xfrm>
          <a:prstGeom prst="rect">
            <a:avLst/>
          </a:prstGeom>
        </p:spPr>
        <p:txBody>
          <a:bodyPr vert="horz" lIns="64639" tIns="32319" rIns="64639" bIns="32319" rtlCol="0" anchor="ctr"/>
          <a:lstStyle>
            <a:lvl1pPr algn="ctr" defTabSz="2476376" eaLnBrk="1" fontAlgn="auto" hangingPunct="1">
              <a:spcBef>
                <a:spcPts val="0"/>
              </a:spcBef>
              <a:spcAft>
                <a:spcPts val="0"/>
              </a:spcAft>
              <a:defRPr sz="2826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6C9DF-5D35-4112-F033-4F6DA2D6C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77275" y="39663688"/>
            <a:ext cx="6808788" cy="2278062"/>
          </a:xfrm>
          <a:prstGeom prst="rect">
            <a:avLst/>
          </a:prstGeom>
        </p:spPr>
        <p:txBody>
          <a:bodyPr vert="horz" wrap="square" lIns="64639" tIns="32319" rIns="64639" bIns="323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28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BE8D9E5-953D-4B04-B775-80561E1632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3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0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213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0300">
          <a:solidFill>
            <a:schemeClr val="tx1"/>
          </a:solidFill>
          <a:latin typeface="Calibri Light" panose="020F0302020204030204" pitchFamily="34" charset="0"/>
        </a:defRPr>
      </a:lvl2pPr>
      <a:lvl3pPr algn="l" defTabSz="213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0300">
          <a:solidFill>
            <a:schemeClr val="tx1"/>
          </a:solidFill>
          <a:latin typeface="Calibri Light" panose="020F0302020204030204" pitchFamily="34" charset="0"/>
        </a:defRPr>
      </a:lvl3pPr>
      <a:lvl4pPr algn="l" defTabSz="213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0300">
          <a:solidFill>
            <a:schemeClr val="tx1"/>
          </a:solidFill>
          <a:latin typeface="Calibri Light" panose="020F0302020204030204" pitchFamily="34" charset="0"/>
        </a:defRPr>
      </a:lvl4pPr>
      <a:lvl5pPr algn="l" defTabSz="213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0300">
          <a:solidFill>
            <a:schemeClr val="tx1"/>
          </a:solidFill>
          <a:latin typeface="Calibri Light" panose="020F0302020204030204" pitchFamily="34" charset="0"/>
        </a:defRPr>
      </a:lvl5pPr>
      <a:lvl6pPr marL="645932" algn="l" defTabSz="2135165" rtl="0" fontAlgn="base">
        <a:lnSpc>
          <a:spcPct val="90000"/>
        </a:lnSpc>
        <a:spcBef>
          <a:spcPct val="0"/>
        </a:spcBef>
        <a:spcAft>
          <a:spcPct val="0"/>
        </a:spcAft>
        <a:defRPr sz="10313">
          <a:solidFill>
            <a:schemeClr val="tx1"/>
          </a:solidFill>
          <a:latin typeface="Calibri Light" panose="020F0302020204030204" pitchFamily="34" charset="0"/>
        </a:defRPr>
      </a:lvl6pPr>
      <a:lvl7pPr marL="1291864" algn="l" defTabSz="2135165" rtl="0" fontAlgn="base">
        <a:lnSpc>
          <a:spcPct val="90000"/>
        </a:lnSpc>
        <a:spcBef>
          <a:spcPct val="0"/>
        </a:spcBef>
        <a:spcAft>
          <a:spcPct val="0"/>
        </a:spcAft>
        <a:defRPr sz="10313">
          <a:solidFill>
            <a:schemeClr val="tx1"/>
          </a:solidFill>
          <a:latin typeface="Calibri Light" panose="020F0302020204030204" pitchFamily="34" charset="0"/>
        </a:defRPr>
      </a:lvl7pPr>
      <a:lvl8pPr marL="1937796" algn="l" defTabSz="2135165" rtl="0" fontAlgn="base">
        <a:lnSpc>
          <a:spcPct val="90000"/>
        </a:lnSpc>
        <a:spcBef>
          <a:spcPct val="0"/>
        </a:spcBef>
        <a:spcAft>
          <a:spcPct val="0"/>
        </a:spcAft>
        <a:defRPr sz="10313">
          <a:solidFill>
            <a:schemeClr val="tx1"/>
          </a:solidFill>
          <a:latin typeface="Calibri Light" panose="020F0302020204030204" pitchFamily="34" charset="0"/>
        </a:defRPr>
      </a:lvl8pPr>
      <a:lvl9pPr marL="2583729" algn="l" defTabSz="2135165" rtl="0" fontAlgn="base">
        <a:lnSpc>
          <a:spcPct val="90000"/>
        </a:lnSpc>
        <a:spcBef>
          <a:spcPct val="0"/>
        </a:spcBef>
        <a:spcAft>
          <a:spcPct val="0"/>
        </a:spcAft>
        <a:defRPr sz="10313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533400" indent="-533400" algn="l" defTabSz="2133600" rtl="0" eaLnBrk="0" fontAlgn="base" hangingPunct="0">
        <a:lnSpc>
          <a:spcPct val="90000"/>
        </a:lnSpc>
        <a:spcBef>
          <a:spcPts val="2325"/>
        </a:spcBef>
        <a:spcAft>
          <a:spcPct val="0"/>
        </a:spcAft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600200" indent="-533400" algn="l" defTabSz="2133600" rtl="0" eaLnBrk="0" fontAlgn="base" hangingPunct="0">
        <a:lnSpc>
          <a:spcPct val="90000"/>
        </a:lnSpc>
        <a:spcBef>
          <a:spcPts val="1163"/>
        </a:spcBef>
        <a:spcAft>
          <a:spcPct val="0"/>
        </a:spcAft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668588" indent="-533400" algn="l" defTabSz="2133600" rtl="0" eaLnBrk="0" fontAlgn="base" hangingPunct="0">
        <a:lnSpc>
          <a:spcPct val="90000"/>
        </a:lnSpc>
        <a:spcBef>
          <a:spcPts val="1163"/>
        </a:spcBef>
        <a:spcAft>
          <a:spcPct val="0"/>
        </a:spcAft>
        <a:buFont typeface="Arial" panose="020B0604020202020204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3pPr>
      <a:lvl4pPr marL="3735388" indent="-533400" algn="l" defTabSz="2133600" rtl="0" eaLnBrk="0" fontAlgn="base" hangingPunct="0">
        <a:lnSpc>
          <a:spcPct val="90000"/>
        </a:lnSpc>
        <a:spcBef>
          <a:spcPts val="1163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4pPr>
      <a:lvl5pPr marL="4803775" indent="-533400" algn="l" defTabSz="2133600" rtl="0" eaLnBrk="0" fontAlgn="base" hangingPunct="0">
        <a:lnSpc>
          <a:spcPct val="90000"/>
        </a:lnSpc>
        <a:spcBef>
          <a:spcPts val="1163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5pPr>
      <a:lvl6pPr marL="5872796" indent="-533890" algn="l" defTabSz="2135562" rtl="0" eaLnBrk="1" latinLnBrk="0" hangingPunct="1">
        <a:lnSpc>
          <a:spcPct val="90000"/>
        </a:lnSpc>
        <a:spcBef>
          <a:spcPts val="1167"/>
        </a:spcBef>
        <a:buFont typeface="Arial" panose="020B0604020202020204" pitchFamily="34" charset="0"/>
        <a:buChar char="•"/>
        <a:defRPr sz="4238" kern="1200">
          <a:solidFill>
            <a:schemeClr val="tx1"/>
          </a:solidFill>
          <a:latin typeface="+mn-lt"/>
          <a:ea typeface="+mn-ea"/>
          <a:cs typeface="+mn-cs"/>
        </a:defRPr>
      </a:lvl6pPr>
      <a:lvl7pPr marL="6940578" indent="-533890" algn="l" defTabSz="2135562" rtl="0" eaLnBrk="1" latinLnBrk="0" hangingPunct="1">
        <a:lnSpc>
          <a:spcPct val="90000"/>
        </a:lnSpc>
        <a:spcBef>
          <a:spcPts val="1167"/>
        </a:spcBef>
        <a:buFont typeface="Arial" panose="020B0604020202020204" pitchFamily="34" charset="0"/>
        <a:buChar char="•"/>
        <a:defRPr sz="4238" kern="1200">
          <a:solidFill>
            <a:schemeClr val="tx1"/>
          </a:solidFill>
          <a:latin typeface="+mn-lt"/>
          <a:ea typeface="+mn-ea"/>
          <a:cs typeface="+mn-cs"/>
        </a:defRPr>
      </a:lvl7pPr>
      <a:lvl8pPr marL="8008359" indent="-533890" algn="l" defTabSz="2135562" rtl="0" eaLnBrk="1" latinLnBrk="0" hangingPunct="1">
        <a:lnSpc>
          <a:spcPct val="90000"/>
        </a:lnSpc>
        <a:spcBef>
          <a:spcPts val="1167"/>
        </a:spcBef>
        <a:buFont typeface="Arial" panose="020B0604020202020204" pitchFamily="34" charset="0"/>
        <a:buChar char="•"/>
        <a:defRPr sz="4238" kern="1200">
          <a:solidFill>
            <a:schemeClr val="tx1"/>
          </a:solidFill>
          <a:latin typeface="+mn-lt"/>
          <a:ea typeface="+mn-ea"/>
          <a:cs typeface="+mn-cs"/>
        </a:defRPr>
      </a:lvl8pPr>
      <a:lvl9pPr marL="9076141" indent="-533890" algn="l" defTabSz="2135562" rtl="0" eaLnBrk="1" latinLnBrk="0" hangingPunct="1">
        <a:lnSpc>
          <a:spcPct val="90000"/>
        </a:lnSpc>
        <a:spcBef>
          <a:spcPts val="1167"/>
        </a:spcBef>
        <a:buFont typeface="Arial" panose="020B0604020202020204" pitchFamily="34" charset="0"/>
        <a:buChar char="•"/>
        <a:defRPr sz="42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5562" rtl="0" eaLnBrk="1" latinLnBrk="0" hangingPunct="1">
        <a:defRPr sz="4238" kern="1200">
          <a:solidFill>
            <a:schemeClr val="tx1"/>
          </a:solidFill>
          <a:latin typeface="+mn-lt"/>
          <a:ea typeface="+mn-ea"/>
          <a:cs typeface="+mn-cs"/>
        </a:defRPr>
      </a:lvl1pPr>
      <a:lvl2pPr marL="1067782" algn="l" defTabSz="2135562" rtl="0" eaLnBrk="1" latinLnBrk="0" hangingPunct="1">
        <a:defRPr sz="4238" kern="1200">
          <a:solidFill>
            <a:schemeClr val="tx1"/>
          </a:solidFill>
          <a:latin typeface="+mn-lt"/>
          <a:ea typeface="+mn-ea"/>
          <a:cs typeface="+mn-cs"/>
        </a:defRPr>
      </a:lvl2pPr>
      <a:lvl3pPr marL="2135562" algn="l" defTabSz="2135562" rtl="0" eaLnBrk="1" latinLnBrk="0" hangingPunct="1">
        <a:defRPr sz="4238" kern="1200">
          <a:solidFill>
            <a:schemeClr val="tx1"/>
          </a:solidFill>
          <a:latin typeface="+mn-lt"/>
          <a:ea typeface="+mn-ea"/>
          <a:cs typeface="+mn-cs"/>
        </a:defRPr>
      </a:lvl3pPr>
      <a:lvl4pPr marL="3203345" algn="l" defTabSz="2135562" rtl="0" eaLnBrk="1" latinLnBrk="0" hangingPunct="1">
        <a:defRPr sz="4238" kern="1200">
          <a:solidFill>
            <a:schemeClr val="tx1"/>
          </a:solidFill>
          <a:latin typeface="+mn-lt"/>
          <a:ea typeface="+mn-ea"/>
          <a:cs typeface="+mn-cs"/>
        </a:defRPr>
      </a:lvl4pPr>
      <a:lvl5pPr marL="4271125" algn="l" defTabSz="2135562" rtl="0" eaLnBrk="1" latinLnBrk="0" hangingPunct="1">
        <a:defRPr sz="4238" kern="1200">
          <a:solidFill>
            <a:schemeClr val="tx1"/>
          </a:solidFill>
          <a:latin typeface="+mn-lt"/>
          <a:ea typeface="+mn-ea"/>
          <a:cs typeface="+mn-cs"/>
        </a:defRPr>
      </a:lvl5pPr>
      <a:lvl6pPr marL="5338906" algn="l" defTabSz="2135562" rtl="0" eaLnBrk="1" latinLnBrk="0" hangingPunct="1">
        <a:defRPr sz="4238" kern="1200">
          <a:solidFill>
            <a:schemeClr val="tx1"/>
          </a:solidFill>
          <a:latin typeface="+mn-lt"/>
          <a:ea typeface="+mn-ea"/>
          <a:cs typeface="+mn-cs"/>
        </a:defRPr>
      </a:lvl6pPr>
      <a:lvl7pPr marL="6406686" algn="l" defTabSz="2135562" rtl="0" eaLnBrk="1" latinLnBrk="0" hangingPunct="1">
        <a:defRPr sz="4238" kern="1200">
          <a:solidFill>
            <a:schemeClr val="tx1"/>
          </a:solidFill>
          <a:latin typeface="+mn-lt"/>
          <a:ea typeface="+mn-ea"/>
          <a:cs typeface="+mn-cs"/>
        </a:defRPr>
      </a:lvl7pPr>
      <a:lvl8pPr marL="7474468" algn="l" defTabSz="2135562" rtl="0" eaLnBrk="1" latinLnBrk="0" hangingPunct="1">
        <a:defRPr sz="4238" kern="1200">
          <a:solidFill>
            <a:schemeClr val="tx1"/>
          </a:solidFill>
          <a:latin typeface="+mn-lt"/>
          <a:ea typeface="+mn-ea"/>
          <a:cs typeface="+mn-cs"/>
        </a:defRPr>
      </a:lvl8pPr>
      <a:lvl9pPr marL="8542249" algn="l" defTabSz="2135562" rtl="0" eaLnBrk="1" latinLnBrk="0" hangingPunct="1">
        <a:defRPr sz="42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7236C-C6CE-D716-10CE-099A6A7FA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صورة 11">
            <a:extLst>
              <a:ext uri="{FF2B5EF4-FFF2-40B4-BE49-F238E27FC236}">
                <a16:creationId xmlns:a16="http://schemas.microsoft.com/office/drawing/2014/main" id="{D75DAF58-9B2F-FC8A-3DA2-C60D112E2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3494"/>
            <a:ext cx="30267274" cy="4325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0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8EFB713-4108-4B2B-866F-7A9ECAA0937F}" vid="{BDE04EFE-4AE0-4AD4-AC06-5EE67CEACF5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Poster_template</Template>
  <TotalTime>5454</TotalTime>
  <Words>1</Words>
  <Application>Microsoft Office PowerPoint</Application>
  <PresentationFormat>مخصص</PresentationFormat>
  <Paragraphs>1</Paragraphs>
  <Slides>1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Saad Mohmmed Saad ALmutairi</cp:lastModifiedBy>
  <cp:revision>75</cp:revision>
  <dcterms:created xsi:type="dcterms:W3CDTF">2016-02-25T06:17:26Z</dcterms:created>
  <dcterms:modified xsi:type="dcterms:W3CDTF">2026-05-07T02:53:31Z</dcterms:modified>
</cp:coreProperties>
</file>